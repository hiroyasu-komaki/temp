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479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47920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F47920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IT部門における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タレントデベロップメント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スキル基盤の強化とグローバル展開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 2024-2026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これまでのスキル開発の取り組みを振り返り、Lessons Learned を踏まえ、今後3年間で「スキル基盤の強化」と「グローバル対応」の2つのチャレンジに取り組んでいます。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これまでの振り返り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64008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2651760"/>
            <a:ext cx="64008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47920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今後の2つのチャレンジ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これまでのスキル開発の取り組みを振り返り、得られた学びを今後の施策に反映します。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スキルの可視化・標準化が、配置・育成・採用の意思決定の前提となる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4173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人材データが散在すると、組織全体のスキル状況把握や計画立案が困難になる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学習と評価・キャリアがつながっていないと、個人の成長が制度に反映されにくい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30175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4290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共通フレーム（例：SFIA）の導入により、リージョンや職種を超えた対話が可能になる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戦略的背景 (SWOT分析)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外部環境の急激な変化と、内部の現状課題を照らし合わせます。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(内部環境)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(外部環境)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(強み)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これまでのスキル開発の蓄積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Lessons Learnedの基盤と参加意欲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(機会)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生成AI等の急速な進展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グローバルでの知見共有の加速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4023360" cy="7315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(弱み)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リージョン間のサイロ化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データの断絶、共通言語（SFIA）の欠如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40233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(脅威)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IT人材不足の深刻化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技術変化のスピードアップ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戦略の導出 (クロスSWOT分析)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40233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外部要因 (External)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市場は待ってくれない（変革の強制力）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 (O)：生成AI等の急速な進展 / グローバルでの知見共有の加速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脅威 (T)：IT人材不足の深刻化 / 技術変化のスピードアップ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40233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内部要因 (Internal)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仕組みがバラバラで限界（今のままでは勝てない）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 (S)：これまでのスキル開発の蓄積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 (W)：リージョン間のサイロ化 / データの断絶、共通言語（SFIA）の欠如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743200"/>
            <a:ext cx="54864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クロス分析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強みを活かしつつ弱みを克服し、機会を掴むために「2つのチャレンジ」へ舵を切る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103120" y="3950208"/>
            <a:ext cx="4937760" cy="502920"/>
          </a:xfrm>
          <a:prstGeom prst="roundRect">
            <a:avLst>
              <a:gd name="adj" fmla="val 45455"/>
            </a:avLst>
          </a:prstGeom>
          <a:solidFill>
            <a:srgbClr val="F47920"/>
          </a:solidFill>
          <a:ln/>
        </p:spPr>
      </p:sp>
      <p:sp>
        <p:nvSpPr>
          <p:cNvPr id="20" name="Text 17"/>
          <p:cNvSpPr/>
          <p:nvPr/>
        </p:nvSpPr>
        <p:spPr>
          <a:xfrm>
            <a:off x="2103120" y="3950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「基盤の統一」 と 「グローバルの統合」 が不可欠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今後3年間の2つのチャレンジ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SWOT分析による現状把握に基づき、以下の2軸を最優先課題として特定しました。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417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スキル基盤の強化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94360" y="1874520"/>
            <a:ext cx="3749040" cy="2743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スキルインベントリーのアップデート、SFIA 9 採用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スキルアセスメント・可視化・ラーニングプラットフォームの強化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タレントマネジメントシステムとの連携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2984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417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グローバル対応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800600" y="1874520"/>
            <a:ext cx="3749040" cy="2743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8" name="Text 13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北米・EMEAへのタレントデベロップメント拡張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4632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リージョンごとの最適人材配置の合意形成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リージョン横断のキャリアラダー・ジョブチャレンジ制度の土台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チャレンジ1 — スキル基盤の強化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スキルインベントリーをアップデートし、SFIA 9 を採用する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3484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スキルアセスメント・スキル可視化・ラーニングプラットフォームを強化する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9" name="Shape 15"/>
          <p:cNvSpPr/>
          <p:nvPr/>
        </p:nvSpPr>
        <p:spPr>
          <a:xfrm>
            <a:off x="726948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26948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タレントマネジメントシステムと連携し、人材データを一元管理する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チャレンジ2 — グローバル対応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これまで日本国内に閉じていたタレントデベロップメント活動を、北米・EMEA にも拡張する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3484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リージョンごとの最適人材配置を合意形成する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9" name="Shape 15"/>
          <p:cNvSpPr/>
          <p:nvPr/>
        </p:nvSpPr>
        <p:spPr>
          <a:xfrm>
            <a:off x="726948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26948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リージョンを跨いだキャリアラダーとジョブチャレンジ制度の土台を整備する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45354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SFIA（Skills Framework for the Information Age）とは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SFIAは、デジタル世界を支えるテクノロジーを設計・開発・実装・管理・保護するプロフェッショナルに必要なスキルとコンピテンシーを定義した、グローバル共通フレームワークです。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責任レベル（7段階）とプロフェッショナルスキルで能力を定義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74320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ソフトウェア、データ、サイバーセキュリティなど多様な職種をカバー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56616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政府・企業・個人が約200カ国で採用（SFIA 9 は2024年10月公開）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35040" y="777240"/>
            <a:ext cx="2743200" cy="3794760"/>
          </a:xfrm>
          <a:prstGeom prst="rect">
            <a:avLst/>
          </a:prstGeom>
          <a:solidFill>
            <a:srgbClr val="FFF3E0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675120" y="1097280"/>
            <a:ext cx="1463040" cy="1463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8076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9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6080760" y="3383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2024年10月公開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 — 今期の目標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今期の目標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121408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515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各施策の立ち上げ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21408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4904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88620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人材データベースの構築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121408"/>
            <a:ext cx="411480" cy="411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0080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5379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ほぼリアルタイムでスキルインベントリーが更新される仕組みの実現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まとめ：タレントデベロップメント戦略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804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(背景・目的)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6187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外部環境の急激な変化（生成AIの進展・IT人材不足）と内部課題（リージョン間のサイロ化・データの断絶）により、既存路線の改善では不十分であり、抜本的な変革が必要なため。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(目標・挑戦)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49631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58775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今後3年間で、「① スキル基盤の強化」と「② グローバル対応」の2つのチャレンジに最優先で取り組む。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2219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(実行アプローチ)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68880" y="382219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91363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世界標準「SFIA 9」を採用してアセスメント・可視化・ラーニング・タレマネを連携し、北米・EMEAに拡張してリージョン横断のキャリアラダーとジョブチャレンジ制度を構築する。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92040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Team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4910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IT Department Talent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IT部門におけるタレントデベロップメント</dc:title>
  <dc:subject>PptxGenJS Presentation</dc:subject>
  <dc:creator>PptxGenJS</dc:creator>
  <cp:lastModifiedBy>PptxGenJS</cp:lastModifiedBy>
  <cp:revision>1</cp:revision>
  <dcterms:created xsi:type="dcterms:W3CDTF">2026-03-14T00:45:50Z</dcterms:created>
  <dcterms:modified xsi:type="dcterms:W3CDTF">2026-03-14T00:45:50Z</dcterms:modified>
</cp:coreProperties>
</file>