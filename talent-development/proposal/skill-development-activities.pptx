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5029200" cy="5029200"/>
          </a:xfrm>
          <a:prstGeom prst="ellipse">
            <a:avLst/>
          </a:prstGeom>
          <a:ln w="381000">
            <a:solidFill>
              <a:srgbClr val="FFED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FFEDD5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801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70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Development Activities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and Future Direction of the IT Organization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429000"/>
            <a:ext cx="457200" cy="45720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8" name="Text 5"/>
          <p:cNvSpPr/>
          <p:nvPr/>
        </p:nvSpPr>
        <p:spPr>
          <a:xfrm>
            <a:off x="13258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Meeting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657600" cy="109728"/>
          </a:xfrm>
          <a:prstGeom prst="rect">
            <a:avLst/>
          </a:prstGeom>
          <a:solidFill>
            <a:srgbClr val="F3702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4173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A 5-Year Recap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(Looking Back)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097280"/>
            <a:ext cx="3657600" cy="109728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Future Direction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89204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(What's Next)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645920" y="3931920"/>
            <a:ext cx="5852160" cy="6858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19050">
            <a:solidFill>
              <a:srgbClr val="FDBA74"/>
            </a:solidFill>
            <a:prstDash val="dash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40690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6032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pause for feedback after each section.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Looking Back: 5-Year Journey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697480"/>
            <a:ext cx="7863840" cy="91440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578608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70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Baseline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2578608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70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70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Skill Dev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Launched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374904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23560" y="2578608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702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4173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70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2103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Engagement Tracking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726680" y="2578608"/>
            <a:ext cx="228600" cy="228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702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94944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70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Spring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HR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Expansion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37490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Discussion: Looking Back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2926080" y="1188720"/>
            <a:ext cx="329184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1097280"/>
            <a:ext cx="6949440" cy="35661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EDD5"/>
            </a:solidFill>
            <a:prstDash val="solid"/>
          </a:ln>
          <a:effectLst>
            <a:outerShdw sx="100000" sy="100000" kx="0" ky="0" algn="bl" rotWithShape="0" blurRad="190500" dist="63500" dir="81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37160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That's the five-year story.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371600" y="192024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F37021"/>
          </a:solidFill>
          <a:ln/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574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19659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anything stand out to you, or do you have any feedback on how things went?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Next: Towards a Global IT Organization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258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Global Skill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77240" y="3108960"/>
            <a:ext cx="3383280" cy="1143000"/>
          </a:xfrm>
          <a:prstGeom prst="rect">
            <a:avLst/>
          </a:prstGeom>
          <a:solidFill>
            <a:srgbClr val="FFFAF6"/>
          </a:solidFill>
          <a:ln w="12700">
            <a:solidFill>
              <a:srgbClr val="FEF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70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SFIA9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2588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21488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Global IT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Ladder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4983480" y="3108960"/>
            <a:ext cx="3383280" cy="1143000"/>
          </a:xfrm>
          <a:prstGeom prst="rect">
            <a:avLst/>
          </a:prstGeom>
          <a:solidFill>
            <a:srgbClr val="FFFAF6"/>
          </a:solidFill>
          <a:ln w="12700">
            <a:solidFill>
              <a:srgbClr val="FEF0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749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Skill to: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7492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70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2C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Input Needed: Shaping the Future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3017520" y="1005840"/>
            <a:ext cx="310896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005840"/>
            <a:ext cx="7315200" cy="37490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EDD5"/>
            </a:solidFill>
            <a:prstDash val="solid"/>
          </a:ln>
          <a:effectLst>
            <a:outerShdw sx="100000" sy="100000" kx="0" ky="0" algn="bl" rotWithShape="0" blurRad="190500" dist="63500" dir="81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97280" y="1143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move forward on Standardization and Career Ladders: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97280" y="1645920"/>
            <a:ext cx="6949440" cy="1371600"/>
          </a:xfrm>
          <a:prstGeom prst="roundRect">
            <a:avLst>
              <a:gd name="adj" fmla="val 10000"/>
            </a:avLst>
          </a:prstGeom>
          <a:solidFill>
            <a:srgbClr val="F37021"/>
          </a:solidFill>
          <a:ln/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169164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these initiatives effective, what kind of roles or goal settings do you think would be necessary?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97280" y="3108960"/>
            <a:ext cx="6949440" cy="36576"/>
          </a:xfrm>
          <a:prstGeom prst="rect">
            <a:avLst/>
          </a:prstGeom>
          <a:solidFill>
            <a:srgbClr val="FEF0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461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3273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your input. Thank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Development Activities</dc:title>
  <dc:subject>PptxGenJS Presentation</dc:subject>
  <dc:creator>PptxGenJS</dc:creator>
  <cp:lastModifiedBy>PptxGenJS</cp:lastModifiedBy>
  <cp:revision>1</cp:revision>
  <dcterms:created xsi:type="dcterms:W3CDTF">2026-03-14T00:36:58Z</dcterms:created>
  <dcterms:modified xsi:type="dcterms:W3CDTF">2026-03-14T00:36:58Z</dcterms:modified>
</cp:coreProperties>
</file>