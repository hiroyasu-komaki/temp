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{{GOV_DOMAIN}} 作業指示書：{{作業名}}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{{SYSTEM_NAME}} の操作手順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文書番号 {{DOC_PREFIX}}-P-10-01　｜　版 1.0　｜　所管 {{SECRETARIAT}}　｜　承認者 {{SECRETARIAT_HEAD}}　｜　最終改訂日 YYYY-MM-DD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概要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{{DOC_PREFIX}}-P-10-01　{{GOV_DOMAIN}} 作業指示書：{{作業名}}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作業の目的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案件を登録し、案件IDを採番する}}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対象システム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{{SYSTEM_NAME}}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必要な権限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事務局ロール}}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所要時間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5分}}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関連手順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Runbook §3.1 受付}}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文書番号・版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{{DOC_PREFIX}}-P-10-01　1.0（最終改訂日 YYYY-MM-DD）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所管・承認者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{{SECRETARIAT}}／{{SECRETARIAT_HEAD}}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上位文書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Runbook（{{DOC_PREFIX}}-P-08）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見直し周期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{{REVIEW_CYCLE}}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手順1　{{操作の見出し}}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{{DOC_PREFIX}}-P-10-01　{{GOV_DOMAIN}} 作業指示書：{{作業名}}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6766560" cy="4206240"/>
          </a:xfrm>
          <a:prstGeom prst="rect">
            <a:avLst/>
          </a:prstGeom>
          <a:solidFill>
            <a:srgbClr val="F7F8FA"/>
          </a:solidFill>
          <a:ln w="15875">
            <a:solidFill>
              <a:srgbClr val="5E7391"/>
            </a:solidFill>
            <a:prstDash val="dash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画面キャプチャを貼る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（操作する箇所を赤枠と番号で示す）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160020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{{画面上の番号①に対応する操作}}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{{操作}}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{{操作}}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3246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確認ポイント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3657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{{操作が正しく終わったことをどう確認するか}}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4526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60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4937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{{誤操作しやすい点、取り消せない操作}}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手順2　{{操作の見出し}}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{{DOC_PREFIX}}-P-10-01　{{GOV_DOMAIN}} 作業指示書：{{作業名}}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6766560" cy="4206240"/>
          </a:xfrm>
          <a:prstGeom prst="rect">
            <a:avLst/>
          </a:prstGeom>
          <a:solidFill>
            <a:srgbClr val="F7F8FA"/>
          </a:solidFill>
          <a:ln w="15875">
            <a:solidFill>
              <a:srgbClr val="5E7391"/>
            </a:solidFill>
            <a:prstDash val="dash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画面キャプチャを貼る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（操作する箇所を赤枠と番号で示す）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160020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{{画面上の番号①に対応する操作}}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{{操作}}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{{操作}}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32461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確認ポイント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36576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{{操作が正しく終わったことをどう確認するか}}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4526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60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4937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B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{{誤操作しやすい点、取り消せない操作}}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うまくいかないとき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{{DOC_PREFIX}}-P-10-01　{{GOV_DOMAIN}} 作業指示書：{{作業名}}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651760"/>
                <a:gridCol w="329184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症状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原因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対処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連絡先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登録ボタンが押せない}}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必須項目の未入力}}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{{例: 赤字の項目を入力する}}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改訂履歴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{{DOC_PREFIX}}-P-10-01　{{GOV_DOMAIN}} 作業指示書：{{作業名}}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45920"/>
                <a:gridCol w="521208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日付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改訂内容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改訂者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承認者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YYYY-MM-DD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B3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制定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A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作業指示書</dc:title>
  <dc:subject>PptxGenJS Presentation</dc:subject>
  <dc:creator/>
  <cp:lastModifiedBy>PptxGenJS</cp:lastModifiedBy>
  <cp:revision>1</cp:revision>
  <dcterms:created xsi:type="dcterms:W3CDTF">2026-09-29T22:38:01Z</dcterms:created>
  <dcterms:modified xsi:type="dcterms:W3CDTF">2026-09-29T22:38:01Z</dcterms:modified>
</cp:coreProperties>
</file>