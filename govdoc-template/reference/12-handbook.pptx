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{{GOV_DOMAIN}} {{APPLICANT}}ガイド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{{APPLICANT}}のための手引き（{{FISCAL_YEAR}}）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{{DOC_PREFIX}}-F-12　｜　版 1.0　｜　所管 {{SECRETARIAT}}　｜　承認者 {{SECRETARIAT_HEAD}}　｜　最終改訂日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このガイドについて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このガイドでわかること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申請・依頼の対象、全体の流れ、締切、起案書・依頼の書き方、結果の受け取り方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正式なルール（上位文書）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{{GOV_DOMAIN}} 運用基準（{{DOC_PREFIX}}-R-03。作らない場合は憲章 {{DOC_PREFIX}}-R-02）。本ガイドと食い違う場合は正式なルールが優先する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　{{連絡先}}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文書番号・版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{{DOC_PREFIX}}-F-12　1.0（最終改訂日 YYYY-MM-DD）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所管・承認者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{{SECRETARIAT}}／{{SECRETARIAT_HEAD}}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見直し周期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{{REVIEW_CYCLE}}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{{起案}}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{{受付・事前チェック}}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0644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{{審議・対応}}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948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{{決定の通知}}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7260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8700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{{実行・報告}}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業務フロー定義（{{DOC_PREFIX}}-P-06）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申請・依頼の対象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94960" cy="3566160"/>
          </a:xfrm>
          <a:prstGeom prst="rect">
            <a:avLst/>
          </a:prstGeom>
          <a:solidFill>
            <a:srgbClr val="F7F8FA"/>
          </a:solidFill>
          <a:ln w="19050">
            <a:solidFill>
              <a:srgbClr val="1C2B4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新規導入・改修（設備投資・プロジェクト）}}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3566160"/>
          </a:xfrm>
          <a:prstGeom prst="rect">
            <a:avLst/>
          </a:prstGeom>
          <a:solidFill>
            <a:srgbClr val="F7F8FA"/>
          </a:solidFill>
          <a:ln w="19050">
            <a:solidFill>
              <a:srgbClr val="5B66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65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経費予算の継続案件（契約条件の変更を伴わないもの）}}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運用基準 第○条　／　判断に迷う場合は{{SECRETARIAT}}へ相談してください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イベント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{{APPLICANT}}がすること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起案受付開始}}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起案締切}}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起案書を提出する}}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Tier1開催}}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結果の通知}}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起案書・依頼の書き方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書くこと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良い例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避けたい例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期待効果}}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財務効果と非財務効果を分けて書く}}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ライセンス費が年○円減る}}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○人月の削減＝○円相当}}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{{項目}}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{{項目}}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様式: {{様式の文書番号（例: ITG-F-16-01）}}　／　詳しくはガイドライン（{{DOC_PREFIX}}-R-05）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結果と次のステップ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承認}}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{{次にすること}}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433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条件付き承認}}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4330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条件を満たしたことを事務局に報告する}}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55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差し戻し}}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指摘を反映して再提出する}}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1668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否決}}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16686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{{次にすること}}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運用基準 第○条（判断区分）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よくある間違いと問い合わせ先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よくある間違い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どうすればよいか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分割して申請する}}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同一目的の案件はまとめて申請する（運用基準 第7条）}}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連絡先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受付時間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{{メール・チャネル}}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 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よくある質問はFAQ（{{DOC_PREFIX}}-F-13）を参照してください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{{DOC_PREFIX}}-F-12　{{GOV_DOMAIN}} {{APPLICANT}}ガイド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利用者ガイド</dc:title>
  <dc:subject>PptxGenJS Presentation</dc:subject>
  <dc:creator/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